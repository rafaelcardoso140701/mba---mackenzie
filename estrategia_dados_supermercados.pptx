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8" r:id="rId2"/>
    <p:sldId id="256" r:id="rId3"/>
    <p:sldId id="257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9245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EA8C2CE-9C7C-468E-B508-D3FA7A47E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79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9AA382D-3C37-4D16-9673-4EAB07B4E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683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ED52D81-0923-4894-8735-71CCDBEE8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113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8C14BA4-E133-416E-B5CA-931FAFAB2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746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0550073-52FB-46B6-ABCC-EBDEEFC63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504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0</Words>
  <Application>Microsoft Office PowerPoint</Application>
  <PresentationFormat>Apresentação na tela (16:9)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Estratégia de Dados e Analytics - Rede de Supermercados</dc:title>
  <dc:subject>PptxGenJS Presentation</dc:subject>
  <dc:creator>PptxGenJS</dc:creator>
  <cp:lastModifiedBy>rafael cardoso</cp:lastModifiedBy>
  <cp:revision>2</cp:revision>
  <dcterms:created xsi:type="dcterms:W3CDTF">2026-04-15T20:45:18Z</dcterms:created>
  <dcterms:modified xsi:type="dcterms:W3CDTF">2026-04-17T00:13:46Z</dcterms:modified>
</cp:coreProperties>
</file>