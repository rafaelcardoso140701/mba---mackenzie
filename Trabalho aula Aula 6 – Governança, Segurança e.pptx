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27F64-6084-4082-8A35-B64791082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411226-D607-4D25-AB40-33C44E688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F39AC4-0CA1-41D8-AF3C-132D1903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317F34-AE82-45F2-A5B4-04500AC7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73FC0F-469E-46FB-BAD1-08C93BC8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83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B98B2-17F2-4922-B55C-7123FAB7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7110D4-E5B7-4648-BC7D-406FD502A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FB3D2F-0C36-4C28-B56B-2ECBF810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8A8922-07A6-4083-9D99-D931809B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F493D0-8B3E-459B-8300-69C52918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13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B050B-13D3-4389-AF12-9DD513D53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A939F2-378D-4CB8-88F9-CD76C6AC0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35B0EB-868F-4EB8-A439-A7FAFFFD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EFD52-3A42-4A02-B211-D88FF839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8BB7E-1872-4855-9815-44576DB3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718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AF8D5-3962-4562-B692-DD7A8A870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267E44-EA4C-47E4-8D75-4D3E151E6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173127-5FDB-490B-BD09-94335DFE4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340144-6D32-45B6-A675-26195F21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3FD71E-97DE-4311-A1F2-64EA7630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F8879F-3901-4E94-BED5-B37E6F03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704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7F67D-A10A-4DC2-9A99-87EFFF5B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ED2608-51F0-4A80-BA09-7DBCD86DF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CBA80B-9265-47A8-B843-18DD68789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F5E854-8FC7-41D5-AAB0-E21E1E807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2CA8B7-4ED1-452C-A60F-2C9DDEC55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A4EB0D-389D-4C09-BFCC-96B90C41E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0558AB-4B78-433B-9F0B-2380B65B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7B0862-98A3-479B-8E8C-562ACAA6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D90A2-3E57-4234-8FBE-498985E7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06EBEC2-8B5F-48CD-9E1D-0D547975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205D9F-4249-4F2E-99CA-289C7C196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3A9ABF-71E3-44FB-A7C8-77A9BAB6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26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63083B-79F2-4B7A-85BA-1DFF791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5563121-8D8F-4574-B57B-0FEA7B65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E89BDF-F964-4459-B036-5242F7F5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27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F952D-8D98-4FD3-9BE4-1D171967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B6C858-F870-4CA8-AC67-FE61FD6F7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B40423-6C1D-4221-9C90-3637C1481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CBBF38-1B56-48B9-8A38-FF0DAFA0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30CC45-99A4-4453-B554-F1C56D21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A94940-E721-4130-BD5C-D654E8FC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22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7C002-3B64-4D76-AC00-F7021A8CE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D0A2D4-D2F7-4670-9EC1-2289AA6AD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73564D-0DA7-41DD-870B-DC15BC92B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679B77-284A-440E-AD3F-E0E2B9C1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65832A-0E65-424F-A3A5-EB0A73E9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058810-2FF4-460B-90C9-070F27C3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93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054A0-EF4C-45BD-B431-2A6E032D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216D6B-AC50-40A3-85FD-F7FB0388F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D51244-6B2F-48FC-AD06-5701E2B6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90CF70-7FD4-4146-9D8A-42BACCCE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FFC8C8-1701-43E6-8E13-DA3FFBCA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97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D4F59D-F93F-4307-B8B1-ACE75A3918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E89748-5EE0-483D-BE5B-28B1B700E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6765D3-96E9-4FD6-AA26-619F4F23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3AC0A6-DEBD-4114-8742-4FBD1418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B5A806-7840-4E25-81B3-F08800CC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13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C940D9-07CB-4C1B-868B-83D75694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64A5B2-1079-43D2-A4F3-DC8FAEEC6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FE0B37-C8FB-4481-BC78-93F789E23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655F-A1C9-42BC-B340-305945EB0F64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076776-ACDE-4BA9-BB22-E345B0071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4146F7-2720-4D8F-B4FD-01F22CFCB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B62EF-1CD5-4EBE-AB6B-AC820F2BD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81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F877CE1-722E-4620-94FC-16C51BB2D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0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797987F-FA07-4869-A78A-043CC14A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6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8F5A46C-8AC9-47C3-89DF-6CD84C1A6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309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92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cardoso</dc:creator>
  <cp:lastModifiedBy>rafael cardoso</cp:lastModifiedBy>
  <cp:revision>1</cp:revision>
  <dcterms:created xsi:type="dcterms:W3CDTF">2026-04-10T18:09:42Z</dcterms:created>
  <dcterms:modified xsi:type="dcterms:W3CDTF">2026-04-10T18:09:42Z</dcterms:modified>
</cp:coreProperties>
</file>