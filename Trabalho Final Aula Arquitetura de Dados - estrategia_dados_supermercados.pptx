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8" r:id="rId3"/>
    <p:sldId id="256" r:id="rId4"/>
    <p:sldId id="257" r:id="rId5"/>
    <p:sldId id="259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245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07561F0-DEB5-49C3-B36F-3AB2B4885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4572000" cy="51435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93F7DE8-561E-4CB2-BE77-167B7725E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0"/>
            <a:ext cx="4572000" cy="26987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4CCAF85-AA3B-47A0-8DFD-8C17A4B88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2698750"/>
            <a:ext cx="4572000" cy="244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35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EA8C2CE-9C7C-468E-B508-D3FA7A47E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9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AA382D-3C37-4D16-9673-4EAB07B4E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683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D52D81-0923-4894-8735-71CCDBEE8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11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8C14BA4-E133-416E-B5CA-931FAFAB2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4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0550073-52FB-46B6-ABCC-EBDEEFC63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04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Apresentação na tela (16:9)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Estratégia de Dados e Analytics - Rede de Supermercados</dc:title>
  <dc:subject>PptxGenJS Presentation</dc:subject>
  <dc:creator>PptxGenJS</dc:creator>
  <cp:lastModifiedBy>rafael cardoso</cp:lastModifiedBy>
  <cp:revision>3</cp:revision>
  <dcterms:created xsi:type="dcterms:W3CDTF">2026-04-15T20:45:18Z</dcterms:created>
  <dcterms:modified xsi:type="dcterms:W3CDTF">2026-05-06T21:16:01Z</dcterms:modified>
</cp:coreProperties>
</file>