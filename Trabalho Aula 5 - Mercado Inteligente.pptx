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EC970-82FA-49D1-A252-25105F865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E2C0D3-795B-471D-9F0F-3C01A7BA4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CED411-AFB8-4810-94D0-9FCCEE802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C9C6-67D2-4ECA-9C75-4A8831A7B9A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2771D0-915A-4D19-99B7-5DC0D49FD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01122D-A135-423A-9A9D-401C7D0A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CF07-FE06-4CA3-8BC9-CBFF71BE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1182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81418-9F0B-4972-B5D8-98CC38C6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B9A72-86D2-42E4-83E1-FC11D0E6A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5E7E46-A696-474C-BDDE-595460FE1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C9C6-67D2-4ECA-9C75-4A8831A7B9A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650A7B-C821-4303-ABAD-7CA59D18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B64793-F38F-494A-864E-168B1AD8C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CF07-FE06-4CA3-8BC9-CBFF71BE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83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B0B103-0526-426D-B282-38FEABD2B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B6E097-55DA-47CD-AF3A-0135E4EC3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99AFA1-8115-4B2D-903A-F92479793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C9C6-67D2-4ECA-9C75-4A8831A7B9A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07AD40-DD56-46B1-A54A-7BBBB249C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8F9BCF-40FB-47B2-82FF-0B4F35600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CF07-FE06-4CA3-8BC9-CBFF71BE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72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B8C90-7983-4C2A-9E48-A51128265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B44AA9-20C7-49FF-87F8-826D1CCB1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A0FFF8-9FFA-45CE-8676-436B1255B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13A810-4504-4C0E-81E0-3296F014D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C9C6-67D2-4ECA-9C75-4A8831A7B9A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86BDC7-9064-4A52-BD71-822BF96A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030E6A-FAC7-4826-8A83-54B34585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CF07-FE06-4CA3-8BC9-CBFF71BE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73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B5BFC-1D18-46AF-880C-E3CB2DAAD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2834AD-02A6-4EB9-8BCA-4F7B93A06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792A30-3B0D-4951-BDC7-1504A7DD2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75795F1-1DDA-44F4-9790-A202EE563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3C434E-0791-466C-99C4-95CD367D4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8B74DE8-0A85-46C1-8EF8-3F32B1DF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C9C6-67D2-4ECA-9C75-4A8831A7B9A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12ECFFC-F6F1-4CF9-BE08-9DB813C4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F638664-2359-4F64-9630-3D6F9115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CF07-FE06-4CA3-8BC9-CBFF71BE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9097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A8146-6948-4F89-AE8E-50322CA46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46DF346-4A5E-413D-AA17-99BB5E69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C9C6-67D2-4ECA-9C75-4A8831A7B9A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EE44F21-1F94-437C-B762-72F1443D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C4D88B8-BD0C-4BA4-8F44-51C1B88D6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CF07-FE06-4CA3-8BC9-CBFF71BE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74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EA138A-E43D-4733-9330-69EE1AD26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C9C6-67D2-4ECA-9C75-4A8831A7B9A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C4D8DD-E930-4925-997F-8061913D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630CED-3586-4303-964B-841EE139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CF07-FE06-4CA3-8BC9-CBFF71BE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32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B0ED7-1F8E-406B-BB01-987334A2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2C2A53-9CFE-4609-957B-100C8E942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F64D4C-2DCE-437D-8968-5C228E585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E27F73-439F-417E-B48C-36AC741A3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C9C6-67D2-4ECA-9C75-4A8831A7B9A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80321F-4160-4A19-903E-8757E0712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F39C45-B24B-4946-9F3C-77498166D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CF07-FE06-4CA3-8BC9-CBFF71BE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5292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AED90-55D8-4566-B7A0-3876FA91E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0532B9-52B3-4F8D-860C-988105224B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CE7594-D26E-4816-9DFE-4ED6EC889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793DFC-B66C-43DF-A1C9-F19F38CEF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C9C6-67D2-4ECA-9C75-4A8831A7B9A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20098D-0691-43BD-BC80-EF18461E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0DA510-5CE5-4AB3-9DE1-35DAF006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CF07-FE06-4CA3-8BC9-CBFF71BE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707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F898B-925D-4468-9847-24E81071F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B67596-2814-4197-8D50-3AD795781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B06F98-8D42-4CAB-9D85-60FD74FFB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C9C6-67D2-4ECA-9C75-4A8831A7B9A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D1DD69-2079-4544-9B86-84F1C872B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6ECD3D-9928-4626-89F8-FD1CC88F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CF07-FE06-4CA3-8BC9-CBFF71BE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601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80C98D-8BE4-4BD2-8D7A-99974C6667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EF41D8-F074-4B4D-8111-9EEAF28FB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E56595-DC20-4C06-A1DF-8C31DF77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C9C6-67D2-4ECA-9C75-4A8831A7B9A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0C76A-53A3-4702-B657-1587D328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BE406A-5075-42D4-8950-BAA0E0244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CF07-FE06-4CA3-8BC9-CBFF71BE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789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BCE7C8F-230E-42CF-B0DC-19FC39EF8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0E5B34-76AA-4CD5-A2CA-7E5970525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730B8C-FFD1-4773-AF7F-4FBF9249E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DC9C6-67D2-4ECA-9C75-4A8831A7B9A6}" type="datetimeFigureOut">
              <a:rPr lang="pt-BR" smtClean="0"/>
              <a:t>06/05/2026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9E9A2F-64F9-4260-997F-E3A9A2D215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7E2D59-C487-4A32-B449-398B3D7D6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5CF07-FE06-4CA3-8BC9-CBFF71BEF5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26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9B13FF1-B7D8-44F7-987A-83A56DD74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29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A41EA8A-B8B7-4C7C-B2F1-ADD6E0EFA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528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36140A0-E2CB-4809-85FD-BCD7866D2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46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1727281-A614-47A9-AB0A-AD4C7356A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299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3F1A387-9CD6-4F7E-9732-CF9113208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89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F625AD5D-CB02-49F2-AC50-F91481CCB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84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60C45DE-0F51-42DF-BDAA-3956425CF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9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cardoso</dc:creator>
  <cp:lastModifiedBy>rafael cardoso</cp:lastModifiedBy>
  <cp:revision>2</cp:revision>
  <dcterms:created xsi:type="dcterms:W3CDTF">2026-03-25T18:40:21Z</dcterms:created>
  <dcterms:modified xsi:type="dcterms:W3CDTF">2026-05-06T21:21:38Z</dcterms:modified>
</cp:coreProperties>
</file>